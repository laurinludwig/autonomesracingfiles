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8" r:id="rId2"/>
  </p:sldIdLst>
  <p:sldSz cx="14400213" cy="12242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3389" y="-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003626"/>
            <a:ext cx="12240181" cy="4262308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6430305"/>
            <a:ext cx="10800160" cy="29558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160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0030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052202"/>
            <a:ext cx="12420184" cy="5092664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8193044"/>
            <a:ext cx="12420184" cy="2678112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71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259079"/>
            <a:ext cx="6120091" cy="77679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259079"/>
            <a:ext cx="6120091" cy="77679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114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651819"/>
            <a:ext cx="12420184" cy="236637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001188"/>
            <a:ext cx="6091964" cy="147083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4472023"/>
            <a:ext cx="6091964" cy="65776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001188"/>
            <a:ext cx="6121966" cy="147083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4472023"/>
            <a:ext cx="6121966" cy="65776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279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828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416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816187"/>
            <a:ext cx="4644444" cy="2856653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762739"/>
            <a:ext cx="7290108" cy="8700323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672840"/>
            <a:ext cx="4644444" cy="6804390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3684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816187"/>
            <a:ext cx="4644444" cy="2856653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762739"/>
            <a:ext cx="7290108" cy="8700323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672840"/>
            <a:ext cx="4644444" cy="6804390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607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03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651816"/>
            <a:ext cx="3105046" cy="1037520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651816"/>
            <a:ext cx="9135135" cy="1037520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866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651819"/>
            <a:ext cx="12420184" cy="236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259079"/>
            <a:ext cx="12420184" cy="7767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1347264"/>
            <a:ext cx="3240048" cy="651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1347264"/>
            <a:ext cx="4860072" cy="651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1347264"/>
            <a:ext cx="3240048" cy="651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966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9" name="Verbinder: gewinkelt 2048">
            <a:extLst>
              <a:ext uri="{FF2B5EF4-FFF2-40B4-BE49-F238E27FC236}">
                <a16:creationId xmlns:a16="http://schemas.microsoft.com/office/drawing/2014/main" id="{9E515BD3-08D6-F6A5-D93D-3A377EBECED9}"/>
              </a:ext>
            </a:extLst>
          </p:cNvPr>
          <p:cNvCxnSpPr>
            <a:cxnSpLocks/>
          </p:cNvCxnSpPr>
          <p:nvPr/>
        </p:nvCxnSpPr>
        <p:spPr>
          <a:xfrm rot="5400000">
            <a:off x="7316905" y="8994597"/>
            <a:ext cx="1084234" cy="79868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4" name="Verbinder: gewinkelt 2083">
            <a:extLst>
              <a:ext uri="{FF2B5EF4-FFF2-40B4-BE49-F238E27FC236}">
                <a16:creationId xmlns:a16="http://schemas.microsoft.com/office/drawing/2014/main" id="{FCE0FCD0-015B-86A7-B62F-230FFE579E0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303955" y="8900912"/>
            <a:ext cx="1091585" cy="978702"/>
          </a:xfrm>
          <a:prstGeom prst="bentConnector3">
            <a:avLst>
              <a:gd name="adj1" fmla="val 63309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1B688F06-E742-00F2-56C9-33CC31D25FCC}"/>
              </a:ext>
            </a:extLst>
          </p:cNvPr>
          <p:cNvGrpSpPr/>
          <p:nvPr/>
        </p:nvGrpSpPr>
        <p:grpSpPr>
          <a:xfrm>
            <a:off x="7894444" y="4246429"/>
            <a:ext cx="1824978" cy="1727813"/>
            <a:chOff x="1391478" y="596350"/>
            <a:chExt cx="2146852" cy="2032550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EF36C4EB-E656-ED4D-E723-0BBFF74D7F80}"/>
                </a:ext>
              </a:extLst>
            </p:cNvPr>
            <p:cNvSpPr/>
            <p:nvPr/>
          </p:nvSpPr>
          <p:spPr>
            <a:xfrm>
              <a:off x="1391478" y="596350"/>
              <a:ext cx="2146852" cy="2032550"/>
            </a:xfrm>
            <a:prstGeom prst="roundRect">
              <a:avLst>
                <a:gd name="adj" fmla="val 900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530" dirty="0"/>
            </a:p>
          </p:txBody>
        </p:sp>
        <p:pic>
          <p:nvPicPr>
            <p:cNvPr id="2050" name="Picture 2" descr="NVIDIA NVIDIA Jetson Orin Nano Super Dev. Kit, 67 TOPS, 8 GB DDR5 | Bundles  / Sets / Kits günstig kaufen | reichelt elektronik">
              <a:extLst>
                <a:ext uri="{FF2B5EF4-FFF2-40B4-BE49-F238E27FC236}">
                  <a16:creationId xmlns:a16="http://schemas.microsoft.com/office/drawing/2014/main" id="{238244AA-9241-B290-1121-EAECB736CF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2462" y="1056294"/>
              <a:ext cx="1824883" cy="1450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A69EACF3-0396-2482-A94A-955F12C60A5C}"/>
                </a:ext>
              </a:extLst>
            </p:cNvPr>
            <p:cNvSpPr/>
            <p:nvPr/>
          </p:nvSpPr>
          <p:spPr>
            <a:xfrm>
              <a:off x="1391478" y="596350"/>
              <a:ext cx="2146852" cy="337928"/>
            </a:xfrm>
            <a:prstGeom prst="roundRect">
              <a:avLst>
                <a:gd name="adj" fmla="val 3718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530" dirty="0"/>
                <a:t>Nvidia </a:t>
              </a:r>
              <a:r>
                <a:rPr lang="de-DE" sz="1530" dirty="0" err="1"/>
                <a:t>Jetson</a:t>
              </a:r>
              <a:r>
                <a:rPr lang="de-DE" sz="1530" dirty="0"/>
                <a:t> </a:t>
              </a:r>
              <a:r>
                <a:rPr lang="de-DE" sz="1530" dirty="0" err="1"/>
                <a:t>Orin</a:t>
              </a:r>
              <a:endParaRPr lang="de-DE" sz="1530" dirty="0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9DA4E5B6-78FB-E3AA-7706-C2B941354A98}"/>
              </a:ext>
            </a:extLst>
          </p:cNvPr>
          <p:cNvGrpSpPr/>
          <p:nvPr/>
        </p:nvGrpSpPr>
        <p:grpSpPr>
          <a:xfrm>
            <a:off x="7963587" y="6845960"/>
            <a:ext cx="1686697" cy="2013721"/>
            <a:chOff x="5597718" y="496237"/>
            <a:chExt cx="1984182" cy="2368884"/>
          </a:xfrm>
        </p:grpSpPr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19A2FB6D-4900-8D7B-0D98-66FA79844C5D}"/>
                </a:ext>
              </a:extLst>
            </p:cNvPr>
            <p:cNvSpPr/>
            <p:nvPr/>
          </p:nvSpPr>
          <p:spPr>
            <a:xfrm>
              <a:off x="5597718" y="496237"/>
              <a:ext cx="1984182" cy="2368884"/>
            </a:xfrm>
            <a:prstGeom prst="roundRect">
              <a:avLst>
                <a:gd name="adj" fmla="val 450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530" dirty="0"/>
            </a:p>
          </p:txBody>
        </p:sp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7034876C-2C16-5A83-3F8D-53B605DC5692}"/>
                </a:ext>
              </a:extLst>
            </p:cNvPr>
            <p:cNvSpPr/>
            <p:nvPr/>
          </p:nvSpPr>
          <p:spPr>
            <a:xfrm>
              <a:off x="5597718" y="496237"/>
              <a:ext cx="1237422" cy="337927"/>
            </a:xfrm>
            <a:prstGeom prst="roundRect">
              <a:avLst>
                <a:gd name="adj" fmla="val 3718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530" dirty="0"/>
                <a:t>VESC 6</a:t>
              </a:r>
            </a:p>
          </p:txBody>
        </p:sp>
        <p:pic>
          <p:nvPicPr>
            <p:cNvPr id="2054" name="Picture 6" descr="VESC 6 Mk6 HP - Trampa - The world leading brand of Electric Mountainboards">
              <a:extLst>
                <a:ext uri="{FF2B5EF4-FFF2-40B4-BE49-F238E27FC236}">
                  <a16:creationId xmlns:a16="http://schemas.microsoft.com/office/drawing/2014/main" id="{178D5902-DCED-BF35-E306-2146D78A60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78" t="9164" r="11163" b="7108"/>
            <a:stretch>
              <a:fillRect/>
            </a:stretch>
          </p:blipFill>
          <p:spPr bwMode="auto">
            <a:xfrm>
              <a:off x="5751915" y="956777"/>
              <a:ext cx="1684020" cy="176784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C7BF871-FE07-F740-515D-EBB6D33868A1}"/>
              </a:ext>
            </a:extLst>
          </p:cNvPr>
          <p:cNvGrpSpPr/>
          <p:nvPr/>
        </p:nvGrpSpPr>
        <p:grpSpPr>
          <a:xfrm>
            <a:off x="6656664" y="9936055"/>
            <a:ext cx="1577586" cy="1942648"/>
            <a:chOff x="872133" y="3195185"/>
            <a:chExt cx="1855827" cy="2285275"/>
          </a:xfrm>
        </p:grpSpPr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6D82D298-4263-3F17-BC36-AB9765C809D8}"/>
                </a:ext>
              </a:extLst>
            </p:cNvPr>
            <p:cNvSpPr/>
            <p:nvPr/>
          </p:nvSpPr>
          <p:spPr>
            <a:xfrm>
              <a:off x="872133" y="3195185"/>
              <a:ext cx="1855827" cy="2285275"/>
            </a:xfrm>
            <a:prstGeom prst="roundRect">
              <a:avLst>
                <a:gd name="adj" fmla="val 450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530" dirty="0"/>
            </a:p>
          </p:txBody>
        </p:sp>
        <p:pic>
          <p:nvPicPr>
            <p:cNvPr id="2060" name="Picture 12">
              <a:extLst>
                <a:ext uri="{FF2B5EF4-FFF2-40B4-BE49-F238E27FC236}">
                  <a16:creationId xmlns:a16="http://schemas.microsoft.com/office/drawing/2014/main" id="{BC5E347A-F63F-C05A-FDF4-10081BD97E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07" r="12686"/>
            <a:stretch>
              <a:fillRect/>
            </a:stretch>
          </p:blipFill>
          <p:spPr bwMode="auto">
            <a:xfrm>
              <a:off x="1012458" y="3816754"/>
              <a:ext cx="1569721" cy="1367129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783422D7-9148-0445-7DB9-9D07428CD186}"/>
                </a:ext>
              </a:extLst>
            </p:cNvPr>
            <p:cNvSpPr/>
            <p:nvPr/>
          </p:nvSpPr>
          <p:spPr>
            <a:xfrm>
              <a:off x="872133" y="3195185"/>
              <a:ext cx="1537424" cy="337928"/>
            </a:xfrm>
            <a:prstGeom prst="roundRect">
              <a:avLst>
                <a:gd name="adj" fmla="val 3718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530" dirty="0" err="1"/>
                <a:t>Servo</a:t>
              </a:r>
              <a:r>
                <a:rPr lang="de-DE" sz="1530" dirty="0"/>
                <a:t> Motor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94B34D3-9723-6494-905E-F84CEC925905}"/>
              </a:ext>
            </a:extLst>
          </p:cNvPr>
          <p:cNvGrpSpPr/>
          <p:nvPr/>
        </p:nvGrpSpPr>
        <p:grpSpPr>
          <a:xfrm>
            <a:off x="9526201" y="9936795"/>
            <a:ext cx="1654562" cy="1942648"/>
            <a:chOff x="8573771" y="3234946"/>
            <a:chExt cx="1946380" cy="2285275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521684EA-86DD-7A5E-2034-5A0EAFFC6EA5}"/>
                </a:ext>
              </a:extLst>
            </p:cNvPr>
            <p:cNvSpPr/>
            <p:nvPr/>
          </p:nvSpPr>
          <p:spPr>
            <a:xfrm>
              <a:off x="8573773" y="3234946"/>
              <a:ext cx="1946378" cy="2285275"/>
            </a:xfrm>
            <a:prstGeom prst="roundRect">
              <a:avLst>
                <a:gd name="adj" fmla="val 450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530" dirty="0"/>
            </a:p>
          </p:txBody>
        </p: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4E825F03-82DC-7BE8-D60B-632764B95F59}"/>
                </a:ext>
              </a:extLst>
            </p:cNvPr>
            <p:cNvSpPr/>
            <p:nvPr/>
          </p:nvSpPr>
          <p:spPr>
            <a:xfrm>
              <a:off x="8573771" y="3234947"/>
              <a:ext cx="1590121" cy="337927"/>
            </a:xfrm>
            <a:prstGeom prst="roundRect">
              <a:avLst>
                <a:gd name="adj" fmla="val 3718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530" dirty="0"/>
                <a:t>BLDC-Motor</a:t>
              </a:r>
            </a:p>
          </p:txBody>
        </p: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5906A74B-4B62-FA1A-DB59-9A3E9EE1A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34979" y="3746341"/>
              <a:ext cx="1590121" cy="1592253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A59DF0E5-A616-B777-3A57-BADE9E79C686}"/>
              </a:ext>
            </a:extLst>
          </p:cNvPr>
          <p:cNvGrpSpPr/>
          <p:nvPr/>
        </p:nvGrpSpPr>
        <p:grpSpPr>
          <a:xfrm>
            <a:off x="1755610" y="4195527"/>
            <a:ext cx="2037492" cy="1822052"/>
            <a:chOff x="3295293" y="3780312"/>
            <a:chExt cx="2396847" cy="2143410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13B5E142-4CD1-1289-B95A-D5508ABA8212}"/>
                </a:ext>
              </a:extLst>
            </p:cNvPr>
            <p:cNvSpPr/>
            <p:nvPr/>
          </p:nvSpPr>
          <p:spPr>
            <a:xfrm>
              <a:off x="3295293" y="3780312"/>
              <a:ext cx="2396847" cy="2143410"/>
            </a:xfrm>
            <a:prstGeom prst="roundRect">
              <a:avLst>
                <a:gd name="adj" fmla="val 450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530" dirty="0"/>
            </a:p>
          </p:txBody>
        </p:sp>
        <p:sp>
          <p:nvSpPr>
            <p:cNvPr id="19" name="Rechteck: abgerundete Ecken 18">
              <a:extLst>
                <a:ext uri="{FF2B5EF4-FFF2-40B4-BE49-F238E27FC236}">
                  <a16:creationId xmlns:a16="http://schemas.microsoft.com/office/drawing/2014/main" id="{77D0AC16-3D66-1EE9-F5EE-A1AF0DA49986}"/>
                </a:ext>
              </a:extLst>
            </p:cNvPr>
            <p:cNvSpPr/>
            <p:nvPr/>
          </p:nvSpPr>
          <p:spPr>
            <a:xfrm>
              <a:off x="3295293" y="3780312"/>
              <a:ext cx="1208127" cy="337928"/>
            </a:xfrm>
            <a:prstGeom prst="roundRect">
              <a:avLst>
                <a:gd name="adj" fmla="val 3718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530" dirty="0" err="1"/>
                <a:t>LiPo</a:t>
              </a:r>
              <a:endParaRPr lang="de-DE" sz="1530" dirty="0"/>
            </a:p>
          </p:txBody>
        </p:sp>
        <p:pic>
          <p:nvPicPr>
            <p:cNvPr id="2062" name="Picture 14" descr="LiPo Akku LEMONRC 4300 - 22.2V (35C), 99,95 €">
              <a:extLst>
                <a:ext uri="{FF2B5EF4-FFF2-40B4-BE49-F238E27FC236}">
                  <a16:creationId xmlns:a16="http://schemas.microsoft.com/office/drawing/2014/main" id="{A3263B64-5988-AA83-9D54-A09D4058DC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2570" y="4217843"/>
              <a:ext cx="2141700" cy="160627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5347290D-1396-B366-595D-D7A14DB715CC}"/>
              </a:ext>
            </a:extLst>
          </p:cNvPr>
          <p:cNvGrpSpPr/>
          <p:nvPr/>
        </p:nvGrpSpPr>
        <p:grpSpPr>
          <a:xfrm>
            <a:off x="5549000" y="4288274"/>
            <a:ext cx="1359376" cy="1640604"/>
            <a:chOff x="6333390" y="4518998"/>
            <a:chExt cx="1599132" cy="1929960"/>
          </a:xfrm>
        </p:grpSpPr>
        <p:sp>
          <p:nvSpPr>
            <p:cNvPr id="20" name="Rechteck: abgerundete Ecken 19">
              <a:extLst>
                <a:ext uri="{FF2B5EF4-FFF2-40B4-BE49-F238E27FC236}">
                  <a16:creationId xmlns:a16="http://schemas.microsoft.com/office/drawing/2014/main" id="{F11B9E7E-24C2-1D83-8369-6C4FD44FDF17}"/>
                </a:ext>
              </a:extLst>
            </p:cNvPr>
            <p:cNvSpPr/>
            <p:nvPr/>
          </p:nvSpPr>
          <p:spPr>
            <a:xfrm>
              <a:off x="6333392" y="4518998"/>
              <a:ext cx="1599130" cy="1929960"/>
            </a:xfrm>
            <a:prstGeom prst="roundRect">
              <a:avLst>
                <a:gd name="adj" fmla="val 1029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530" dirty="0"/>
            </a:p>
          </p:txBody>
        </p:sp>
        <p:sp>
          <p:nvSpPr>
            <p:cNvPr id="21" name="Rechteck: abgerundete Ecken 20">
              <a:extLst>
                <a:ext uri="{FF2B5EF4-FFF2-40B4-BE49-F238E27FC236}">
                  <a16:creationId xmlns:a16="http://schemas.microsoft.com/office/drawing/2014/main" id="{90783DEC-1BD9-693C-0DA6-E24839F0AADD}"/>
                </a:ext>
              </a:extLst>
            </p:cNvPr>
            <p:cNvSpPr/>
            <p:nvPr/>
          </p:nvSpPr>
          <p:spPr>
            <a:xfrm>
              <a:off x="6333390" y="4518998"/>
              <a:ext cx="1599129" cy="337927"/>
            </a:xfrm>
            <a:prstGeom prst="roundRect">
              <a:avLst>
                <a:gd name="adj" fmla="val 3718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530" dirty="0"/>
                <a:t>DCDC 12V</a:t>
              </a:r>
            </a:p>
          </p:txBody>
        </p:sp>
        <p:pic>
          <p:nvPicPr>
            <p:cNvPr id="2064" name="Picture 16" descr="DC/DC Konverter, 12,7 V, 5 A">
              <a:extLst>
                <a:ext uri="{FF2B5EF4-FFF2-40B4-BE49-F238E27FC236}">
                  <a16:creationId xmlns:a16="http://schemas.microsoft.com/office/drawing/2014/main" id="{C41A7B3F-387E-72C3-26CE-0B8EB2403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2273" y="5022258"/>
              <a:ext cx="1261367" cy="1261367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22D45307-DFA2-972C-A4D6-178C6EB5366C}"/>
              </a:ext>
            </a:extLst>
          </p:cNvPr>
          <p:cNvGrpSpPr/>
          <p:nvPr/>
        </p:nvGrpSpPr>
        <p:grpSpPr>
          <a:xfrm>
            <a:off x="5297288" y="423378"/>
            <a:ext cx="1359376" cy="1640604"/>
            <a:chOff x="8783908" y="3503543"/>
            <a:chExt cx="1599132" cy="1929960"/>
          </a:xfrm>
        </p:grpSpPr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6576E8BB-7ACD-9888-016A-D348A044F66F}"/>
                </a:ext>
              </a:extLst>
            </p:cNvPr>
            <p:cNvSpPr/>
            <p:nvPr/>
          </p:nvSpPr>
          <p:spPr>
            <a:xfrm>
              <a:off x="8783910" y="3503543"/>
              <a:ext cx="1599130" cy="1929960"/>
            </a:xfrm>
            <a:prstGeom prst="roundRect">
              <a:avLst>
                <a:gd name="adj" fmla="val 1029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530" dirty="0"/>
            </a:p>
          </p:txBody>
        </p:sp>
        <p:sp>
          <p:nvSpPr>
            <p:cNvPr id="23" name="Rechteck: abgerundete Ecken 22">
              <a:extLst>
                <a:ext uri="{FF2B5EF4-FFF2-40B4-BE49-F238E27FC236}">
                  <a16:creationId xmlns:a16="http://schemas.microsoft.com/office/drawing/2014/main" id="{99E56979-D8B0-4EB5-5DC0-AA17905E55E0}"/>
                </a:ext>
              </a:extLst>
            </p:cNvPr>
            <p:cNvSpPr/>
            <p:nvPr/>
          </p:nvSpPr>
          <p:spPr>
            <a:xfrm>
              <a:off x="8783908" y="3503543"/>
              <a:ext cx="1599129" cy="337927"/>
            </a:xfrm>
            <a:prstGeom prst="roundRect">
              <a:avLst>
                <a:gd name="adj" fmla="val 3718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530" dirty="0"/>
                <a:t>DCDC 5V</a:t>
              </a:r>
            </a:p>
          </p:txBody>
        </p:sp>
        <p:pic>
          <p:nvPicPr>
            <p:cNvPr id="2066" name="Picture 18" descr="AKKU-BEC für RC-Empfänger, 6 A">
              <a:extLst>
                <a:ext uri="{FF2B5EF4-FFF2-40B4-BE49-F238E27FC236}">
                  <a16:creationId xmlns:a16="http://schemas.microsoft.com/office/drawing/2014/main" id="{17649816-9747-A926-A5A3-C588C4F19B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00" t="10763" b="18108"/>
            <a:stretch>
              <a:fillRect/>
            </a:stretch>
          </p:blipFill>
          <p:spPr bwMode="auto">
            <a:xfrm>
              <a:off x="8877540" y="3981929"/>
              <a:ext cx="1428091" cy="1315811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DF4829CD-6A05-143D-8638-A4D4BDC682F7}"/>
              </a:ext>
            </a:extLst>
          </p:cNvPr>
          <p:cNvGrpSpPr/>
          <p:nvPr/>
        </p:nvGrpSpPr>
        <p:grpSpPr>
          <a:xfrm>
            <a:off x="10984553" y="4246429"/>
            <a:ext cx="1824978" cy="1727813"/>
            <a:chOff x="8688788" y="4907447"/>
            <a:chExt cx="2146852" cy="2032550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81D04068-6550-13B3-3CA0-E3D78E7DCA00}"/>
                </a:ext>
              </a:extLst>
            </p:cNvPr>
            <p:cNvGrpSpPr/>
            <p:nvPr/>
          </p:nvGrpSpPr>
          <p:grpSpPr>
            <a:xfrm>
              <a:off x="8688788" y="4907447"/>
              <a:ext cx="2146852" cy="2032550"/>
              <a:chOff x="1391478" y="596350"/>
              <a:chExt cx="2146852" cy="2032550"/>
            </a:xfrm>
          </p:grpSpPr>
          <p:sp>
            <p:nvSpPr>
              <p:cNvPr id="32" name="Rechteck: abgerundete Ecken 31">
                <a:extLst>
                  <a:ext uri="{FF2B5EF4-FFF2-40B4-BE49-F238E27FC236}">
                    <a16:creationId xmlns:a16="http://schemas.microsoft.com/office/drawing/2014/main" id="{9D1FD6CD-547D-B814-8153-F364CB6E082C}"/>
                  </a:ext>
                </a:extLst>
              </p:cNvPr>
              <p:cNvSpPr/>
              <p:nvPr/>
            </p:nvSpPr>
            <p:spPr>
              <a:xfrm>
                <a:off x="1391478" y="596350"/>
                <a:ext cx="2146852" cy="2032550"/>
              </a:xfrm>
              <a:prstGeom prst="roundRect">
                <a:avLst>
                  <a:gd name="adj" fmla="val 900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530" dirty="0"/>
              </a:p>
            </p:txBody>
          </p:sp>
          <p:sp>
            <p:nvSpPr>
              <p:cNvPr id="34" name="Rechteck: abgerundete Ecken 33">
                <a:extLst>
                  <a:ext uri="{FF2B5EF4-FFF2-40B4-BE49-F238E27FC236}">
                    <a16:creationId xmlns:a16="http://schemas.microsoft.com/office/drawing/2014/main" id="{CFAB3DEA-DFF5-82C5-09D8-AB8F06FB7136}"/>
                  </a:ext>
                </a:extLst>
              </p:cNvPr>
              <p:cNvSpPr/>
              <p:nvPr/>
            </p:nvSpPr>
            <p:spPr>
              <a:xfrm>
                <a:off x="1391478" y="596350"/>
                <a:ext cx="2146852" cy="337928"/>
              </a:xfrm>
              <a:prstGeom prst="roundRect">
                <a:avLst>
                  <a:gd name="adj" fmla="val 3718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530" dirty="0" err="1"/>
                  <a:t>RPLidar</a:t>
                </a:r>
                <a:r>
                  <a:rPr lang="de-DE" sz="1530" dirty="0"/>
                  <a:t> A3M1</a:t>
                </a:r>
              </a:p>
            </p:txBody>
          </p:sp>
        </p:grpSp>
        <p:pic>
          <p:nvPicPr>
            <p:cNvPr id="2068" name="Picture 20" descr="RPLidar A3M1 Laserscanner - 360 Grad - 25m">
              <a:extLst>
                <a:ext uri="{FF2B5EF4-FFF2-40B4-BE49-F238E27FC236}">
                  <a16:creationId xmlns:a16="http://schemas.microsoft.com/office/drawing/2014/main" id="{00A58304-5168-ED52-F2D1-BA6821559D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4024" y="5341620"/>
              <a:ext cx="1516380" cy="151638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66AFA63E-569E-70F1-25FB-CD702B338A77}"/>
              </a:ext>
            </a:extLst>
          </p:cNvPr>
          <p:cNvGrpSpPr/>
          <p:nvPr/>
        </p:nvGrpSpPr>
        <p:grpSpPr>
          <a:xfrm>
            <a:off x="2095028" y="8339860"/>
            <a:ext cx="1359376" cy="1452567"/>
            <a:chOff x="2416375" y="4661562"/>
            <a:chExt cx="1599132" cy="1708758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E2EC7278-B93C-2420-BF62-17C7E0220EEA}"/>
                </a:ext>
              </a:extLst>
            </p:cNvPr>
            <p:cNvSpPr/>
            <p:nvPr/>
          </p:nvSpPr>
          <p:spPr>
            <a:xfrm>
              <a:off x="2416377" y="4661562"/>
              <a:ext cx="1599130" cy="1708758"/>
            </a:xfrm>
            <a:prstGeom prst="roundRect">
              <a:avLst>
                <a:gd name="adj" fmla="val 1029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530" dirty="0"/>
            </a:p>
          </p:txBody>
        </p:sp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AAD4F869-4553-9382-0DCA-C6ECC7DEE061}"/>
                </a:ext>
              </a:extLst>
            </p:cNvPr>
            <p:cNvSpPr/>
            <p:nvPr/>
          </p:nvSpPr>
          <p:spPr>
            <a:xfrm>
              <a:off x="2416375" y="4661562"/>
              <a:ext cx="1599129" cy="337927"/>
            </a:xfrm>
            <a:prstGeom prst="roundRect">
              <a:avLst>
                <a:gd name="adj" fmla="val 3718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530" dirty="0" err="1"/>
                <a:t>LiPo</a:t>
              </a:r>
              <a:r>
                <a:rPr lang="de-DE" sz="1530" dirty="0"/>
                <a:t> Checker</a:t>
              </a:r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755C1A47-A748-C810-690E-94B734726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2139"/>
            <a:stretch>
              <a:fillRect/>
            </a:stretch>
          </p:blipFill>
          <p:spPr>
            <a:xfrm>
              <a:off x="2534671" y="5101838"/>
              <a:ext cx="1361690" cy="110488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511553A0-2A36-68DF-E563-79E45D18AD2D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 flipV="1">
            <a:off x="3793102" y="1243680"/>
            <a:ext cx="1504188" cy="3862873"/>
          </a:xfrm>
          <a:prstGeom prst="bentConnector3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erbinder: gewinkelt 38">
            <a:extLst>
              <a:ext uri="{FF2B5EF4-FFF2-40B4-BE49-F238E27FC236}">
                <a16:creationId xmlns:a16="http://schemas.microsoft.com/office/drawing/2014/main" id="{F927402A-6149-A5DB-4F62-61A07FAFEB17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3793104" y="5106555"/>
            <a:ext cx="1755901" cy="202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Verbinder: gewinkelt 41">
            <a:extLst>
              <a:ext uri="{FF2B5EF4-FFF2-40B4-BE49-F238E27FC236}">
                <a16:creationId xmlns:a16="http://schemas.microsoft.com/office/drawing/2014/main" id="{EF9EBDA8-9982-3D17-9E02-FEAE05C70A8D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>
            <a:off x="3793104" y="5106556"/>
            <a:ext cx="4170483" cy="2746265"/>
          </a:xfrm>
          <a:prstGeom prst="bentConnector3">
            <a:avLst>
              <a:gd name="adj1" fmla="val 18386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1766B626-C48F-8AB1-9527-55314D8CEA7D}"/>
              </a:ext>
            </a:extLst>
          </p:cNvPr>
          <p:cNvCxnSpPr>
            <a:cxnSpLocks/>
          </p:cNvCxnSpPr>
          <p:nvPr/>
        </p:nvCxnSpPr>
        <p:spPr>
          <a:xfrm>
            <a:off x="2773994" y="6017581"/>
            <a:ext cx="361" cy="2322279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E4769E30-1091-2F1E-2BD0-2A0D914CC78A}"/>
              </a:ext>
            </a:extLst>
          </p:cNvPr>
          <p:cNvCxnSpPr>
            <a:cxnSpLocks/>
            <a:stCxn id="20" idx="3"/>
            <a:endCxn id="3" idx="1"/>
          </p:cNvCxnSpPr>
          <p:nvPr/>
        </p:nvCxnSpPr>
        <p:spPr>
          <a:xfrm>
            <a:off x="6908376" y="5108575"/>
            <a:ext cx="986068" cy="175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9" name="Gerade Verbindung mit Pfeil 2088">
            <a:extLst>
              <a:ext uri="{FF2B5EF4-FFF2-40B4-BE49-F238E27FC236}">
                <a16:creationId xmlns:a16="http://schemas.microsoft.com/office/drawing/2014/main" id="{341376A0-3F0A-A20C-2CE6-7103035CF081}"/>
              </a:ext>
            </a:extLst>
          </p:cNvPr>
          <p:cNvCxnSpPr>
            <a:cxnSpLocks/>
            <a:stCxn id="3" idx="3"/>
            <a:endCxn id="32" idx="1"/>
          </p:cNvCxnSpPr>
          <p:nvPr/>
        </p:nvCxnSpPr>
        <p:spPr>
          <a:xfrm>
            <a:off x="9719423" y="5110333"/>
            <a:ext cx="1265130" cy="0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9" name="Gerade Verbindung mit Pfeil 2098">
            <a:extLst>
              <a:ext uri="{FF2B5EF4-FFF2-40B4-BE49-F238E27FC236}">
                <a16:creationId xmlns:a16="http://schemas.microsoft.com/office/drawing/2014/main" id="{A9D67915-C011-126A-078E-23FA3EA40A50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8806933" y="5974239"/>
            <a:ext cx="0" cy="851886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04" name="Textfeld 2103">
            <a:extLst>
              <a:ext uri="{FF2B5EF4-FFF2-40B4-BE49-F238E27FC236}">
                <a16:creationId xmlns:a16="http://schemas.microsoft.com/office/drawing/2014/main" id="{8377003F-5A9C-5D4A-19D2-53B3A9C43651}"/>
              </a:ext>
            </a:extLst>
          </p:cNvPr>
          <p:cNvSpPr txBox="1"/>
          <p:nvPr/>
        </p:nvSpPr>
        <p:spPr>
          <a:xfrm>
            <a:off x="3649905" y="5713701"/>
            <a:ext cx="1047649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DC 24V</a:t>
            </a:r>
          </a:p>
        </p:txBody>
      </p:sp>
      <p:sp>
        <p:nvSpPr>
          <p:cNvPr id="2106" name="Textfeld 2105">
            <a:extLst>
              <a:ext uri="{FF2B5EF4-FFF2-40B4-BE49-F238E27FC236}">
                <a16:creationId xmlns:a16="http://schemas.microsoft.com/office/drawing/2014/main" id="{C77ACD2F-AABE-06B2-254F-23F5D0AEB209}"/>
              </a:ext>
            </a:extLst>
          </p:cNvPr>
          <p:cNvSpPr txBox="1"/>
          <p:nvPr/>
        </p:nvSpPr>
        <p:spPr>
          <a:xfrm>
            <a:off x="4573638" y="4792593"/>
            <a:ext cx="1047649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DC 24V</a:t>
            </a:r>
          </a:p>
        </p:txBody>
      </p:sp>
      <p:sp>
        <p:nvSpPr>
          <p:cNvPr id="2107" name="Textfeld 2106">
            <a:extLst>
              <a:ext uri="{FF2B5EF4-FFF2-40B4-BE49-F238E27FC236}">
                <a16:creationId xmlns:a16="http://schemas.microsoft.com/office/drawing/2014/main" id="{9FC4AE7E-02A7-3CBF-B73C-2007C5146320}"/>
              </a:ext>
            </a:extLst>
          </p:cNvPr>
          <p:cNvSpPr txBox="1"/>
          <p:nvPr/>
        </p:nvSpPr>
        <p:spPr>
          <a:xfrm>
            <a:off x="4387841" y="915898"/>
            <a:ext cx="1047649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DC 24V</a:t>
            </a:r>
          </a:p>
        </p:txBody>
      </p:sp>
      <p:sp>
        <p:nvSpPr>
          <p:cNvPr id="2108" name="Textfeld 2107">
            <a:extLst>
              <a:ext uri="{FF2B5EF4-FFF2-40B4-BE49-F238E27FC236}">
                <a16:creationId xmlns:a16="http://schemas.microsoft.com/office/drawing/2014/main" id="{32E4EAE9-84BF-8934-B7FB-C09F5CC2F3F8}"/>
              </a:ext>
            </a:extLst>
          </p:cNvPr>
          <p:cNvSpPr txBox="1"/>
          <p:nvPr/>
        </p:nvSpPr>
        <p:spPr>
          <a:xfrm>
            <a:off x="7042289" y="7514427"/>
            <a:ext cx="1047649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DC 24V</a:t>
            </a:r>
          </a:p>
        </p:txBody>
      </p:sp>
      <p:cxnSp>
        <p:nvCxnSpPr>
          <p:cNvPr id="2109" name="Gerade Verbindung mit Pfeil 2108">
            <a:extLst>
              <a:ext uri="{FF2B5EF4-FFF2-40B4-BE49-F238E27FC236}">
                <a16:creationId xmlns:a16="http://schemas.microsoft.com/office/drawing/2014/main" id="{3DA3AB8C-CE0E-45F4-6294-615C1A0857A4}"/>
              </a:ext>
            </a:extLst>
          </p:cNvPr>
          <p:cNvCxnSpPr>
            <a:cxnSpLocks/>
            <a:stCxn id="22" idx="3"/>
            <a:endCxn id="34" idx="0"/>
          </p:cNvCxnSpPr>
          <p:nvPr/>
        </p:nvCxnSpPr>
        <p:spPr>
          <a:xfrm>
            <a:off x="6656664" y="1243680"/>
            <a:ext cx="5240378" cy="3002749"/>
          </a:xfrm>
          <a:prstGeom prst="bentConnector2">
            <a:avLst/>
          </a:prstGeom>
          <a:ln w="38100"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2" name="Textfeld 2111">
            <a:extLst>
              <a:ext uri="{FF2B5EF4-FFF2-40B4-BE49-F238E27FC236}">
                <a16:creationId xmlns:a16="http://schemas.microsoft.com/office/drawing/2014/main" id="{00AB19BB-5E43-DFB9-1D2B-30C6953B7590}"/>
              </a:ext>
            </a:extLst>
          </p:cNvPr>
          <p:cNvSpPr txBox="1"/>
          <p:nvPr/>
        </p:nvSpPr>
        <p:spPr>
          <a:xfrm>
            <a:off x="6518464" y="908484"/>
            <a:ext cx="1047649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DC 5V</a:t>
            </a:r>
          </a:p>
        </p:txBody>
      </p:sp>
      <p:sp>
        <p:nvSpPr>
          <p:cNvPr id="2113" name="Textfeld 2112">
            <a:extLst>
              <a:ext uri="{FF2B5EF4-FFF2-40B4-BE49-F238E27FC236}">
                <a16:creationId xmlns:a16="http://schemas.microsoft.com/office/drawing/2014/main" id="{F6480763-BAF1-6009-CF4D-0849FA26F0BA}"/>
              </a:ext>
            </a:extLst>
          </p:cNvPr>
          <p:cNvSpPr txBox="1"/>
          <p:nvPr/>
        </p:nvSpPr>
        <p:spPr>
          <a:xfrm>
            <a:off x="6846798" y="4781268"/>
            <a:ext cx="1047649" cy="327782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DC 12V</a:t>
            </a:r>
          </a:p>
        </p:txBody>
      </p:sp>
      <p:sp>
        <p:nvSpPr>
          <p:cNvPr id="2114" name="Textfeld 2113">
            <a:extLst>
              <a:ext uri="{FF2B5EF4-FFF2-40B4-BE49-F238E27FC236}">
                <a16:creationId xmlns:a16="http://schemas.microsoft.com/office/drawing/2014/main" id="{E42562AB-8D76-9CDF-EB62-F8E5D9CFE946}"/>
              </a:ext>
            </a:extLst>
          </p:cNvPr>
          <p:cNvSpPr txBox="1"/>
          <p:nvPr/>
        </p:nvSpPr>
        <p:spPr>
          <a:xfrm>
            <a:off x="9745971" y="5166553"/>
            <a:ext cx="1212039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USB-UART</a:t>
            </a:r>
          </a:p>
          <a:p>
            <a:pPr algn="ctr"/>
            <a:r>
              <a:rPr lang="de-DE" sz="1530" dirty="0"/>
              <a:t>(Lidardaten)</a:t>
            </a:r>
          </a:p>
        </p:txBody>
      </p:sp>
      <p:sp>
        <p:nvSpPr>
          <p:cNvPr id="2115" name="Textfeld 2114">
            <a:extLst>
              <a:ext uri="{FF2B5EF4-FFF2-40B4-BE49-F238E27FC236}">
                <a16:creationId xmlns:a16="http://schemas.microsoft.com/office/drawing/2014/main" id="{B3022481-7DFF-0B17-5509-6534A060FA52}"/>
              </a:ext>
            </a:extLst>
          </p:cNvPr>
          <p:cNvSpPr txBox="1"/>
          <p:nvPr/>
        </p:nvSpPr>
        <p:spPr>
          <a:xfrm>
            <a:off x="8754373" y="6133174"/>
            <a:ext cx="1686696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USB-UART</a:t>
            </a:r>
          </a:p>
          <a:p>
            <a:pPr algn="ctr"/>
            <a:r>
              <a:rPr lang="de-DE" sz="1530" dirty="0"/>
              <a:t>(Motor und </a:t>
            </a:r>
            <a:r>
              <a:rPr lang="de-DE" sz="1530" dirty="0" err="1"/>
              <a:t>Servo</a:t>
            </a:r>
            <a:r>
              <a:rPr lang="de-DE" sz="1530" dirty="0"/>
              <a:t>)</a:t>
            </a:r>
          </a:p>
        </p:txBody>
      </p:sp>
      <p:sp>
        <p:nvSpPr>
          <p:cNvPr id="2116" name="Textfeld 2115">
            <a:extLst>
              <a:ext uri="{FF2B5EF4-FFF2-40B4-BE49-F238E27FC236}">
                <a16:creationId xmlns:a16="http://schemas.microsoft.com/office/drawing/2014/main" id="{FB1AB57F-089D-BC5E-5D53-A948E6C5AD6A}"/>
              </a:ext>
            </a:extLst>
          </p:cNvPr>
          <p:cNvSpPr txBox="1"/>
          <p:nvPr/>
        </p:nvSpPr>
        <p:spPr>
          <a:xfrm>
            <a:off x="6741172" y="9001645"/>
            <a:ext cx="1686696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PWM-Output</a:t>
            </a:r>
          </a:p>
        </p:txBody>
      </p:sp>
      <p:sp>
        <p:nvSpPr>
          <p:cNvPr id="2117" name="Textfeld 2116">
            <a:extLst>
              <a:ext uri="{FF2B5EF4-FFF2-40B4-BE49-F238E27FC236}">
                <a16:creationId xmlns:a16="http://schemas.microsoft.com/office/drawing/2014/main" id="{F4ABC884-4431-A95F-0320-34255E355D32}"/>
              </a:ext>
            </a:extLst>
          </p:cNvPr>
          <p:cNvSpPr txBox="1"/>
          <p:nvPr/>
        </p:nvSpPr>
        <p:spPr>
          <a:xfrm>
            <a:off x="9495749" y="9131734"/>
            <a:ext cx="1686696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3 Motorphasen</a:t>
            </a:r>
          </a:p>
        </p:txBody>
      </p:sp>
      <p:sp>
        <p:nvSpPr>
          <p:cNvPr id="2118" name="Textfeld 2117">
            <a:extLst>
              <a:ext uri="{FF2B5EF4-FFF2-40B4-BE49-F238E27FC236}">
                <a16:creationId xmlns:a16="http://schemas.microsoft.com/office/drawing/2014/main" id="{F80951BE-7AA7-944E-E7A7-B5192644C582}"/>
              </a:ext>
            </a:extLst>
          </p:cNvPr>
          <p:cNvSpPr txBox="1"/>
          <p:nvPr/>
        </p:nvSpPr>
        <p:spPr>
          <a:xfrm>
            <a:off x="387386" y="6683092"/>
            <a:ext cx="2509131" cy="7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 err="1"/>
              <a:t>Balancing</a:t>
            </a:r>
            <a:r>
              <a:rPr lang="de-DE" sz="1530" dirty="0"/>
              <a:t> Stecker</a:t>
            </a:r>
          </a:p>
          <a:p>
            <a:pPr algn="ctr"/>
            <a:r>
              <a:rPr lang="de-DE" sz="1530" dirty="0"/>
              <a:t>(Spannungsanzeige/</a:t>
            </a:r>
          </a:p>
          <a:p>
            <a:pPr algn="ctr"/>
            <a:r>
              <a:rPr lang="de-DE" sz="1530" dirty="0"/>
              <a:t>Unterspannungsschutz)</a:t>
            </a:r>
          </a:p>
        </p:txBody>
      </p:sp>
      <p:cxnSp>
        <p:nvCxnSpPr>
          <p:cNvPr id="2121" name="Verbinder: gewinkelt 2120">
            <a:extLst>
              <a:ext uri="{FF2B5EF4-FFF2-40B4-BE49-F238E27FC236}">
                <a16:creationId xmlns:a16="http://schemas.microsoft.com/office/drawing/2014/main" id="{B8AF28C8-0E4B-2691-4C6B-0862E5FE98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55379" y="8900172"/>
            <a:ext cx="1091585" cy="978702"/>
          </a:xfrm>
          <a:prstGeom prst="bentConnector3">
            <a:avLst>
              <a:gd name="adj1" fmla="val 53506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4" name="Verbinder: gewinkelt 2123">
            <a:extLst>
              <a:ext uri="{FF2B5EF4-FFF2-40B4-BE49-F238E27FC236}">
                <a16:creationId xmlns:a16="http://schemas.microsoft.com/office/drawing/2014/main" id="{C53EE4E9-03D0-2E78-4FE5-10EFBFD447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59726" y="8908148"/>
            <a:ext cx="1091585" cy="978702"/>
          </a:xfrm>
          <a:prstGeom prst="bentConnector3">
            <a:avLst>
              <a:gd name="adj1" fmla="val 73112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2B90FD5F-4FDF-6743-5E97-3465E634FDF1}"/>
              </a:ext>
            </a:extLst>
          </p:cNvPr>
          <p:cNvSpPr txBox="1"/>
          <p:nvPr/>
        </p:nvSpPr>
        <p:spPr>
          <a:xfrm>
            <a:off x="11829463" y="3642290"/>
            <a:ext cx="1047649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optional DC 5V</a:t>
            </a: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74895DEC-8CDC-415C-A7DA-2992E69AF15E}"/>
              </a:ext>
            </a:extLst>
          </p:cNvPr>
          <p:cNvGrpSpPr/>
          <p:nvPr/>
        </p:nvGrpSpPr>
        <p:grpSpPr>
          <a:xfrm>
            <a:off x="7877060" y="1706453"/>
            <a:ext cx="1824978" cy="1727813"/>
            <a:chOff x="11254261" y="4190040"/>
            <a:chExt cx="1824978" cy="1727813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A85F0DA6-B591-B376-1CDB-94DAB53A2E62}"/>
                </a:ext>
              </a:extLst>
            </p:cNvPr>
            <p:cNvGrpSpPr/>
            <p:nvPr/>
          </p:nvGrpSpPr>
          <p:grpSpPr>
            <a:xfrm>
              <a:off x="11254261" y="4190040"/>
              <a:ext cx="1824978" cy="1727813"/>
              <a:chOff x="1391478" y="596350"/>
              <a:chExt cx="2146852" cy="2032550"/>
            </a:xfrm>
          </p:grpSpPr>
          <p:sp>
            <p:nvSpPr>
              <p:cNvPr id="36" name="Rechteck: abgerundete Ecken 35">
                <a:extLst>
                  <a:ext uri="{FF2B5EF4-FFF2-40B4-BE49-F238E27FC236}">
                    <a16:creationId xmlns:a16="http://schemas.microsoft.com/office/drawing/2014/main" id="{C8D467E9-92B6-0EF1-EF2F-4FFECFD85E71}"/>
                  </a:ext>
                </a:extLst>
              </p:cNvPr>
              <p:cNvSpPr/>
              <p:nvPr/>
            </p:nvSpPr>
            <p:spPr>
              <a:xfrm>
                <a:off x="1391478" y="596350"/>
                <a:ext cx="2146852" cy="2032550"/>
              </a:xfrm>
              <a:prstGeom prst="roundRect">
                <a:avLst>
                  <a:gd name="adj" fmla="val 900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530" dirty="0"/>
              </a:p>
            </p:txBody>
          </p:sp>
          <p:sp>
            <p:nvSpPr>
              <p:cNvPr id="38" name="Rechteck: abgerundete Ecken 37">
                <a:extLst>
                  <a:ext uri="{FF2B5EF4-FFF2-40B4-BE49-F238E27FC236}">
                    <a16:creationId xmlns:a16="http://schemas.microsoft.com/office/drawing/2014/main" id="{2033B1A3-C1D5-CFB2-CAFD-E38637FC291C}"/>
                  </a:ext>
                </a:extLst>
              </p:cNvPr>
              <p:cNvSpPr/>
              <p:nvPr/>
            </p:nvSpPr>
            <p:spPr>
              <a:xfrm>
                <a:off x="1391478" y="596350"/>
                <a:ext cx="2146852" cy="337928"/>
              </a:xfrm>
              <a:prstGeom prst="roundRect">
                <a:avLst>
                  <a:gd name="adj" fmla="val 3718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530" dirty="0"/>
                  <a:t>Wifi Router</a:t>
                </a:r>
              </a:p>
            </p:txBody>
          </p:sp>
        </p:grp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98E62BD-A31B-8CDE-334F-B6454E0B1A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32436" y="4630904"/>
              <a:ext cx="1265212" cy="105434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100FBF6B-CF51-EA71-8AF0-DCCAEEB3FD85}"/>
              </a:ext>
            </a:extLst>
          </p:cNvPr>
          <p:cNvCxnSpPr>
            <a:cxnSpLocks/>
          </p:cNvCxnSpPr>
          <p:nvPr/>
        </p:nvCxnSpPr>
        <p:spPr>
          <a:xfrm flipH="1" flipV="1">
            <a:off x="8955466" y="3427030"/>
            <a:ext cx="17384" cy="812163"/>
          </a:xfrm>
          <a:prstGeom prst="straightConnector1">
            <a:avLst/>
          </a:prstGeom>
          <a:ln w="3810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F4DE98BB-801D-E042-A4A8-9F6F1451F00B}"/>
              </a:ext>
            </a:extLst>
          </p:cNvPr>
          <p:cNvSpPr txBox="1"/>
          <p:nvPr/>
        </p:nvSpPr>
        <p:spPr>
          <a:xfrm>
            <a:off x="8776064" y="3663835"/>
            <a:ext cx="1212039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Ethernet</a:t>
            </a: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5F313ADF-24DB-2E43-29B9-8221437DFDCD}"/>
              </a:ext>
            </a:extLst>
          </p:cNvPr>
          <p:cNvCxnSpPr>
            <a:cxnSpLocks/>
          </p:cNvCxnSpPr>
          <p:nvPr/>
        </p:nvCxnSpPr>
        <p:spPr>
          <a:xfrm flipV="1">
            <a:off x="8561905" y="3441502"/>
            <a:ext cx="0" cy="779913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FDB89543-1E63-3BD5-38DF-72D734B9E5C8}"/>
              </a:ext>
            </a:extLst>
          </p:cNvPr>
          <p:cNvSpPr txBox="1"/>
          <p:nvPr/>
        </p:nvSpPr>
        <p:spPr>
          <a:xfrm>
            <a:off x="7695513" y="3582866"/>
            <a:ext cx="1047649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30" dirty="0"/>
              <a:t>USB</a:t>
            </a:r>
          </a:p>
          <a:p>
            <a:pPr algn="ctr"/>
            <a:r>
              <a:rPr lang="de-DE" sz="1530" dirty="0"/>
              <a:t>DC 5V</a:t>
            </a:r>
          </a:p>
        </p:txBody>
      </p:sp>
    </p:spTree>
    <p:extLst>
      <p:ext uri="{BB962C8B-B14F-4D97-AF65-F5344CB8AC3E}">
        <p14:creationId xmlns:p14="http://schemas.microsoft.com/office/powerpoint/2010/main" val="2430384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</Words>
  <Application>Microsoft Office PowerPoint</Application>
  <PresentationFormat>Benutzerdefiniert</PresentationFormat>
  <Paragraphs>29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Laurin Ludwig</dc:creator>
  <cp:lastModifiedBy>Laurin Ludwig</cp:lastModifiedBy>
  <cp:revision>6</cp:revision>
  <dcterms:created xsi:type="dcterms:W3CDTF">2025-11-17T15:13:19Z</dcterms:created>
  <dcterms:modified xsi:type="dcterms:W3CDTF">2025-11-17T20:11:41Z</dcterms:modified>
</cp:coreProperties>
</file>