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37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9FE8D5-905D-EF65-DF55-59E0B4B3B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01306F-24FB-F053-B415-2B236A4A9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2D64B7-2067-909C-4CAA-8F379DBC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F14D79-08D4-CEB7-DDE9-0F0A3D6C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3B4C22-0E01-4919-D0FE-07EF7FC3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185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CCF37-3BCE-B59E-C6D3-259A409A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5078EC-D2F2-03ED-629D-D51FD8DAF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FC1EB6-B72A-A13C-3E66-10FF3F1D0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530DA9-46CB-6E21-5172-28A1FA64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B93BF7-AA44-58A6-1C7E-2B738FF6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2775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238B6C-1136-2660-CB22-E1CAD8FC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4014BE-ED31-A132-11EE-228529DA6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B8D25E-AF53-E44D-CC62-EEDAE5D1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7A4D64-2306-ACF2-8FCA-054505CA7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E34650-5F9F-B150-4D33-B2387300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46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729F29-0B02-A99F-9C10-5C287A17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E74BA6-A917-46E9-E2E3-7A400ABF0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8E211A4-40E3-AD76-C162-D9ABA32EF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88FD1B-B861-984E-4A70-C489CDFF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840C0C-B80C-435A-48CF-902FC033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595FFA-4D44-9A67-C590-852B9455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366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8E4803-4EC3-0C15-732E-1310F6879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70CE33-8636-7AAD-52E9-A74FD3319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9EA73BD-57DA-56D5-FFD7-14E47D526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4317577-A88B-0A8F-C6CA-5AF3FAB975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088D25D-970E-C772-64FE-F18319730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97F1C98-D6AE-A1B2-8934-DF6D011D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21E7967-4A7D-127C-81BB-A1DF13BB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0FBF338-8F4E-120D-4187-060B207A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75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3BC9A-03A9-F5EA-A195-476F861E4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E423B1-3318-FD15-33B4-44B745769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8578B5-9E8E-6906-5903-5D679AC0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F5CA45-B0D1-D23E-1191-5588E1E7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584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77F3E09-C5B5-D832-1BF9-33A863716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2317BAA-0557-B035-5ECC-12B87AD10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6EF155-B459-7975-E059-E6DBA95B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1257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4D79A-A001-378E-8B40-403655C1E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F95CB1-DBA2-207F-3CB9-06BD7E352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516379A-87E1-9FF1-515E-4DABD53EA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E66BC9-984E-9536-73BE-1973955CC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572632-7141-F685-4E5F-E8204102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F9E283-65C8-AF4E-7F40-BF768329D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7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F9C438-4B94-34CA-B0DD-3857E9C96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5516C5-3986-3640-DA85-A297F1E490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77E88C-CEF6-BAFF-4E59-46041C5D9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B948AE-288A-55CF-C16F-AD654B4B9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6362D6-14FB-A759-EE7D-94DB8405E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1E8D26-5727-DFB1-4814-EAAE2227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809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FFEC82-1E50-EBE8-D407-51B2B7B00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4676FB-756E-E70D-2B65-8A2B835A3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E6DCEF-861A-3C30-F35C-9C794F142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F2172A-A6B1-3DD8-F78D-8B11863F1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3CBC87-914D-DBEE-DEFF-871BD43E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045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E28FF80-C45A-BD07-8510-096EDB5C0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B065DE4-667E-3EAE-B878-724501F0C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E56B81-1484-4983-74A6-19EE98E2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33E3DC-3627-C00F-55F8-32E5A891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EEC070-97CF-0D9E-524D-E6802C96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660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DBE9A23-1700-942F-6527-6FDAEA3E4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C8F5FD-C9CE-9BD7-ACBC-ED85D9699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C43736-CAD2-77A3-F628-2B8477403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D55CFF-004D-F70B-B756-44AFF51A8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02C5C9-51F0-1588-F1F3-E672DCC8F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059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Autoteile, Elektronik, Elektrische Leitungen, Reifen enthält.&#10;&#10;KI-generierte Inhalte können fehlerhaft sein.">
            <a:extLst>
              <a:ext uri="{FF2B5EF4-FFF2-40B4-BE49-F238E27FC236}">
                <a16:creationId xmlns:a16="http://schemas.microsoft.com/office/drawing/2014/main" id="{95FF81BD-B52B-5E64-42BE-D9020B523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259" y="1"/>
            <a:ext cx="9177541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2CABDEF-5241-ABB9-33EC-BEAABFFBD188}"/>
              </a:ext>
            </a:extLst>
          </p:cNvPr>
          <p:cNvCxnSpPr>
            <a:cxnSpLocks/>
          </p:cNvCxnSpPr>
          <p:nvPr/>
        </p:nvCxnSpPr>
        <p:spPr>
          <a:xfrm>
            <a:off x="1881809" y="3250350"/>
            <a:ext cx="2696817" cy="0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4782289F-DDCF-C23E-D018-C4EEBF39C5B9}"/>
              </a:ext>
            </a:extLst>
          </p:cNvPr>
          <p:cNvCxnSpPr>
            <a:cxnSpLocks/>
          </p:cNvCxnSpPr>
          <p:nvPr/>
        </p:nvCxnSpPr>
        <p:spPr>
          <a:xfrm>
            <a:off x="6931146" y="858014"/>
            <a:ext cx="0" cy="1818894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0045EFA7-57D8-2529-28A9-DC424C93E468}"/>
              </a:ext>
            </a:extLst>
          </p:cNvPr>
          <p:cNvCxnSpPr>
            <a:cxnSpLocks/>
          </p:cNvCxnSpPr>
          <p:nvPr/>
        </p:nvCxnSpPr>
        <p:spPr>
          <a:xfrm flipH="1">
            <a:off x="7490910" y="1726692"/>
            <a:ext cx="2916775" cy="1486960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6B3DCA19-B7CE-4EDF-D3F8-131103854A73}"/>
              </a:ext>
            </a:extLst>
          </p:cNvPr>
          <p:cNvCxnSpPr>
            <a:cxnSpLocks/>
          </p:cNvCxnSpPr>
          <p:nvPr/>
        </p:nvCxnSpPr>
        <p:spPr>
          <a:xfrm flipH="1" flipV="1">
            <a:off x="8958470" y="3644348"/>
            <a:ext cx="1477885" cy="822496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4B4728FE-D8C9-4E4C-FC22-6686CCEBFA7B}"/>
              </a:ext>
            </a:extLst>
          </p:cNvPr>
          <p:cNvCxnSpPr>
            <a:cxnSpLocks/>
          </p:cNvCxnSpPr>
          <p:nvPr/>
        </p:nvCxnSpPr>
        <p:spPr>
          <a:xfrm flipV="1">
            <a:off x="7333488" y="3802379"/>
            <a:ext cx="0" cy="2076219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F148F4BE-3C2D-CB14-1964-80EEDF722A88}"/>
              </a:ext>
            </a:extLst>
          </p:cNvPr>
          <p:cNvCxnSpPr>
            <a:cxnSpLocks/>
          </p:cNvCxnSpPr>
          <p:nvPr/>
        </p:nvCxnSpPr>
        <p:spPr>
          <a:xfrm flipV="1">
            <a:off x="4105113" y="4840488"/>
            <a:ext cx="1448121" cy="1145655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7BCC3EC3-F82D-FF80-F3BC-453D17E14FF0}"/>
              </a:ext>
            </a:extLst>
          </p:cNvPr>
          <p:cNvSpPr/>
          <p:nvPr/>
        </p:nvSpPr>
        <p:spPr>
          <a:xfrm>
            <a:off x="9583307" y="4178808"/>
            <a:ext cx="2064932" cy="75865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RPLidarMount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(2x M5, 4x M3)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17D55CC-F286-B321-3734-C018E3377255}"/>
              </a:ext>
            </a:extLst>
          </p:cNvPr>
          <p:cNvSpPr/>
          <p:nvPr/>
        </p:nvSpPr>
        <p:spPr>
          <a:xfrm>
            <a:off x="5640735" y="518446"/>
            <a:ext cx="3385503" cy="10896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powerDistributionCover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(Lochrasterplatte, Terminals, 90 Grad Header Pins)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D6BBF89-D3D3-2AFA-F028-55C3BAF0B672}"/>
              </a:ext>
            </a:extLst>
          </p:cNvPr>
          <p:cNvSpPr/>
          <p:nvPr/>
        </p:nvSpPr>
        <p:spPr>
          <a:xfrm>
            <a:off x="6354931" y="5748912"/>
            <a:ext cx="1957113" cy="6918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ServoMount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(2x M4, 4x M3)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324C304-1DE7-EB3E-6E94-9D9EDA630650}"/>
              </a:ext>
            </a:extLst>
          </p:cNvPr>
          <p:cNvSpPr/>
          <p:nvPr/>
        </p:nvSpPr>
        <p:spPr>
          <a:xfrm>
            <a:off x="2782636" y="5531478"/>
            <a:ext cx="2493558" cy="9093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JetsonCase</a:t>
            </a:r>
            <a:r>
              <a:rPr lang="de-DE" b="1" dirty="0">
                <a:solidFill>
                  <a:schemeClr val="tx1"/>
                </a:solidFill>
              </a:rPr>
              <a:t> +</a:t>
            </a:r>
          </a:p>
          <a:p>
            <a:pPr algn="ctr"/>
            <a:r>
              <a:rPr lang="de-DE" b="1" dirty="0" err="1">
                <a:solidFill>
                  <a:schemeClr val="tx1"/>
                </a:solidFill>
              </a:rPr>
              <a:t>JetsonCaseBottom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(4x M3)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353397C2-BCB2-9E49-9034-DD774B3C4370}"/>
              </a:ext>
            </a:extLst>
          </p:cNvPr>
          <p:cNvSpPr/>
          <p:nvPr/>
        </p:nvSpPr>
        <p:spPr>
          <a:xfrm>
            <a:off x="9119788" y="858014"/>
            <a:ext cx="2916771" cy="124053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VescMount</a:t>
            </a:r>
            <a:r>
              <a:rPr lang="de-DE" b="1" dirty="0">
                <a:solidFill>
                  <a:schemeClr val="tx1"/>
                </a:solidFill>
              </a:rPr>
              <a:t> +</a:t>
            </a:r>
          </a:p>
          <a:p>
            <a:pPr algn="ctr"/>
            <a:r>
              <a:rPr lang="de-DE" b="1" dirty="0" err="1">
                <a:solidFill>
                  <a:schemeClr val="tx1"/>
                </a:solidFill>
              </a:rPr>
              <a:t>VescMountClamp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(4x M5, 4x M3, </a:t>
            </a:r>
          </a:p>
          <a:p>
            <a:pPr algn="ctr"/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4x M3 </a:t>
            </a:r>
            <a:r>
              <a:rPr lang="de-DE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self</a:t>
            </a:r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locking</a:t>
            </a:r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Nut)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8DD08CDA-3E34-4604-3A4A-4C108470586F}"/>
              </a:ext>
            </a:extLst>
          </p:cNvPr>
          <p:cNvSpPr/>
          <p:nvPr/>
        </p:nvSpPr>
        <p:spPr>
          <a:xfrm>
            <a:off x="131943" y="2688006"/>
            <a:ext cx="3385502" cy="108965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Enforcer</a:t>
            </a:r>
            <a:r>
              <a:rPr lang="de-DE" b="1" dirty="0">
                <a:solidFill>
                  <a:schemeClr val="tx1"/>
                </a:solidFill>
              </a:rPr>
              <a:t> Bracket +</a:t>
            </a:r>
          </a:p>
          <a:p>
            <a:pPr algn="ctr"/>
            <a:r>
              <a:rPr lang="de-DE" b="1" dirty="0" err="1">
                <a:solidFill>
                  <a:schemeClr val="tx1"/>
                </a:solidFill>
              </a:rPr>
              <a:t>EnforderBracketClamp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(4x M3, 4x M3 </a:t>
            </a:r>
            <a:r>
              <a:rPr lang="de-DE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self</a:t>
            </a:r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locking</a:t>
            </a:r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Nut)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AF974025-4053-5243-705F-FB71144F9F39}"/>
              </a:ext>
            </a:extLst>
          </p:cNvPr>
          <p:cNvCxnSpPr>
            <a:cxnSpLocks/>
          </p:cNvCxnSpPr>
          <p:nvPr/>
        </p:nvCxnSpPr>
        <p:spPr>
          <a:xfrm>
            <a:off x="3744782" y="1063271"/>
            <a:ext cx="1531412" cy="2302781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CD17AC28-0944-9CDE-7B0E-7D4C22D3C9F7}"/>
              </a:ext>
            </a:extLst>
          </p:cNvPr>
          <p:cNvSpPr/>
          <p:nvPr/>
        </p:nvSpPr>
        <p:spPr>
          <a:xfrm>
            <a:off x="2132774" y="861137"/>
            <a:ext cx="3385503" cy="108965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Handle + 2x </a:t>
            </a:r>
            <a:r>
              <a:rPr lang="de-DE" b="1" dirty="0" err="1">
                <a:solidFill>
                  <a:schemeClr val="tx1"/>
                </a:solidFill>
              </a:rPr>
              <a:t>HandleClamp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(4x M3, 4x M3 </a:t>
            </a:r>
            <a:r>
              <a:rPr lang="de-DE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self</a:t>
            </a:r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locking</a:t>
            </a:r>
            <a:r>
              <a:rPr lang="de-DE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Nut)</a:t>
            </a:r>
          </a:p>
        </p:txBody>
      </p:sp>
    </p:spTree>
    <p:extLst>
      <p:ext uri="{BB962C8B-B14F-4D97-AF65-F5344CB8AC3E}">
        <p14:creationId xmlns:p14="http://schemas.microsoft.com/office/powerpoint/2010/main" val="816099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Breitbild</PresentationFormat>
  <Paragraphs>18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Laurin Ludwig</dc:creator>
  <cp:lastModifiedBy>Laurin Ludwig</cp:lastModifiedBy>
  <cp:revision>3</cp:revision>
  <dcterms:created xsi:type="dcterms:W3CDTF">2025-11-17T15:13:19Z</dcterms:created>
  <dcterms:modified xsi:type="dcterms:W3CDTF">2025-11-17T19:40:02Z</dcterms:modified>
</cp:coreProperties>
</file>