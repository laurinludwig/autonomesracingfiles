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9FE8D5-905D-EF65-DF55-59E0B4B3BE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501306F-24FB-F053-B415-2B236A4A94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D64B7-2067-909C-4CAA-8F379DBC4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F14D79-08D4-CEB7-DDE9-0F0A3D6C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3B4C22-0E01-4919-D0FE-07EF7FC3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185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ACCF37-3BCE-B59E-C6D3-259A409A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5078EC-D2F2-03ED-629D-D51FD8DAFC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FC1EB6-B72A-A13C-3E66-10FF3F1D0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C530DA9-46CB-6E21-5172-28A1FA649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B93BF7-AA44-58A6-1C7E-2B738FF6E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02775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38B6C-1136-2660-CB22-E1CAD8FC6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F4014BE-ED31-A132-11EE-228529DA6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B8D25E-AF53-E44D-CC62-EEDAE5D1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7A4D64-2306-ACF2-8FCA-054505CA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E34650-5F9F-B150-4D33-B2387300B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1461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729F29-0B02-A99F-9C10-5C287A17E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E74BA6-A917-46E9-E2E3-7A400ABF0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8E211A4-40E3-AD76-C162-D9ABA32EF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088FD1B-B861-984E-4A70-C489CDFF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1840C0C-B80C-435A-48CF-902FC033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0595FFA-4D44-9A67-C590-852B9455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366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8E4803-4EC3-0C15-732E-1310F6879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70CE33-8636-7AAD-52E9-A74FD33198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9EA73BD-57DA-56D5-FFD7-14E47D526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4317577-A88B-0A8F-C6CA-5AF3FAB975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088D25D-970E-C772-64FE-F18319730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97F1C98-D6AE-A1B2-8934-DF6D011D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21E7967-4A7D-127C-81BB-A1DF13BB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0FBF338-8F4E-120D-4187-060B207A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0759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E3BC9A-03A9-F5EA-A195-476F861E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AE423B1-3318-FD15-33B4-44B74576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8578B5-9E8E-6906-5903-5D679AC0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F5CA45-B0D1-D23E-1191-5588E1E7D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558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77F3E09-C5B5-D832-1BF9-33A863716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2317BAA-0557-B035-5ECC-12B87AD10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6EF155-B459-7975-E059-E6DBA95B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125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54D79A-A001-378E-8B40-403655C1E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F95CB1-DBA2-207F-3CB9-06BD7E352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516379A-87E1-9FF1-515E-4DABD53EA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E66BC9-984E-9536-73BE-1973955CC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572632-7141-F685-4E5F-E82041026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F9E283-65C8-AF4E-7F40-BF768329D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7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F9C438-4B94-34CA-B0DD-3857E9C9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45516C5-3986-3640-DA85-A297F1E490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77E88C-CEF6-BAFF-4E59-46041C5D9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B948AE-288A-55CF-C16F-AD654B4B9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E6362D6-14FB-A759-EE7D-94DB8405E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1E8D26-5727-DFB1-4814-EAAE22274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095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FFEC82-1E50-EBE8-D407-51B2B7B0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4676FB-756E-E70D-2B65-8A2B835A3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E6DCEF-861A-3C30-F35C-9C794F142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F2172A-A6B1-3DD8-F78D-8B11863F1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3CBC87-914D-DBEE-DEFF-871BD43E9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0455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E28FF80-C45A-BD07-8510-096EDB5C0A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B065DE4-667E-3EAE-B878-724501F0C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E56B81-1484-4983-74A6-19EE98E2B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33E3DC-3627-C00F-55F8-32E5A891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EEC070-97CF-0D9E-524D-E6802C965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660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DBE9A23-1700-942F-6527-6FDAEA3E4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C8F5FD-C9CE-9BD7-ACBC-ED85D9699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C43736-CAD2-77A3-F628-2B8477403D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96890-CD1A-4414-B540-B4C356622169}" type="datetimeFigureOut">
              <a:rPr lang="de-DE" smtClean="0"/>
              <a:t>17.11.2025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D55CFF-004D-F70B-B756-44AFF51A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002C5C9-51F0-1588-F1F3-E672DCC8F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E9703-8F14-415C-AEBC-A71E6414C80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059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Autoteile, Elektronik, Elektrische Leitungen, Reifen enthält.&#10;&#10;KI-generierte Inhalte können fehlerhaft sein.">
            <a:extLst>
              <a:ext uri="{FF2B5EF4-FFF2-40B4-BE49-F238E27FC236}">
                <a16:creationId xmlns:a16="http://schemas.microsoft.com/office/drawing/2014/main" id="{95FF81BD-B52B-5E64-42BE-D9020B523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259" y="1"/>
            <a:ext cx="9177541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D2CABDEF-5241-ABB9-33EC-BEAABFFBD188}"/>
              </a:ext>
            </a:extLst>
          </p:cNvPr>
          <p:cNvCxnSpPr/>
          <p:nvPr/>
        </p:nvCxnSpPr>
        <p:spPr>
          <a:xfrm>
            <a:off x="2859022" y="1752599"/>
            <a:ext cx="2298194" cy="1100329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FCAF251A-9384-4FB6-0791-5A3B9C049BD8}"/>
              </a:ext>
            </a:extLst>
          </p:cNvPr>
          <p:cNvCxnSpPr>
            <a:cxnSpLocks/>
          </p:cNvCxnSpPr>
          <p:nvPr/>
        </p:nvCxnSpPr>
        <p:spPr>
          <a:xfrm>
            <a:off x="4402836" y="924306"/>
            <a:ext cx="1466724" cy="1014222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4782289F-DDCF-C23E-D018-C4EEBF39C5B9}"/>
              </a:ext>
            </a:extLst>
          </p:cNvPr>
          <p:cNvCxnSpPr>
            <a:cxnSpLocks/>
          </p:cNvCxnSpPr>
          <p:nvPr/>
        </p:nvCxnSpPr>
        <p:spPr>
          <a:xfrm>
            <a:off x="6931146" y="858014"/>
            <a:ext cx="0" cy="1818894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25426F6C-DECA-FE8B-E2C2-464AFB579E5A}"/>
              </a:ext>
            </a:extLst>
          </p:cNvPr>
          <p:cNvCxnSpPr>
            <a:cxnSpLocks/>
          </p:cNvCxnSpPr>
          <p:nvPr/>
        </p:nvCxnSpPr>
        <p:spPr>
          <a:xfrm flipH="1">
            <a:off x="7496868" y="850393"/>
            <a:ext cx="1833443" cy="1527047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0045EFA7-57D8-2529-28A9-DC424C93E468}"/>
              </a:ext>
            </a:extLst>
          </p:cNvPr>
          <p:cNvCxnSpPr>
            <a:cxnSpLocks/>
          </p:cNvCxnSpPr>
          <p:nvPr/>
        </p:nvCxnSpPr>
        <p:spPr>
          <a:xfrm flipH="1">
            <a:off x="7781252" y="1726692"/>
            <a:ext cx="2626433" cy="1199388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6B3DCA19-B7CE-4EDF-D3F8-131103854A73}"/>
              </a:ext>
            </a:extLst>
          </p:cNvPr>
          <p:cNvCxnSpPr>
            <a:cxnSpLocks/>
          </p:cNvCxnSpPr>
          <p:nvPr/>
        </p:nvCxnSpPr>
        <p:spPr>
          <a:xfrm flipH="1" flipV="1">
            <a:off x="9700367" y="3429000"/>
            <a:ext cx="735988" cy="1037844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4B4728FE-D8C9-4E4C-FC22-6686CCEBFA7B}"/>
              </a:ext>
            </a:extLst>
          </p:cNvPr>
          <p:cNvCxnSpPr>
            <a:cxnSpLocks/>
          </p:cNvCxnSpPr>
          <p:nvPr/>
        </p:nvCxnSpPr>
        <p:spPr>
          <a:xfrm flipH="1" flipV="1">
            <a:off x="7333488" y="3802379"/>
            <a:ext cx="799843" cy="1926337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mit Pfeil 34">
            <a:extLst>
              <a:ext uri="{FF2B5EF4-FFF2-40B4-BE49-F238E27FC236}">
                <a16:creationId xmlns:a16="http://schemas.microsoft.com/office/drawing/2014/main" id="{F148F4BE-3C2D-CB14-1964-80EEDF722A88}"/>
              </a:ext>
            </a:extLst>
          </p:cNvPr>
          <p:cNvCxnSpPr>
            <a:cxnSpLocks/>
          </p:cNvCxnSpPr>
          <p:nvPr/>
        </p:nvCxnSpPr>
        <p:spPr>
          <a:xfrm flipH="1" flipV="1">
            <a:off x="5283956" y="4812792"/>
            <a:ext cx="36076" cy="987552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Gerade Verbindung mit Pfeil 37">
            <a:extLst>
              <a:ext uri="{FF2B5EF4-FFF2-40B4-BE49-F238E27FC236}">
                <a16:creationId xmlns:a16="http://schemas.microsoft.com/office/drawing/2014/main" id="{095924C2-2AF5-3818-FEA5-7FEF46067AB9}"/>
              </a:ext>
            </a:extLst>
          </p:cNvPr>
          <p:cNvCxnSpPr>
            <a:cxnSpLocks/>
          </p:cNvCxnSpPr>
          <p:nvPr/>
        </p:nvCxnSpPr>
        <p:spPr>
          <a:xfrm flipV="1">
            <a:off x="2952487" y="3564638"/>
            <a:ext cx="1450349" cy="1248154"/>
          </a:xfrm>
          <a:prstGeom prst="straightConnector1">
            <a:avLst/>
          </a:prstGeom>
          <a:ln w="349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A0CB72E5-CE40-93A8-ECA3-FCBCA39EAD3F}"/>
              </a:ext>
            </a:extLst>
          </p:cNvPr>
          <p:cNvSpPr/>
          <p:nvPr/>
        </p:nvSpPr>
        <p:spPr>
          <a:xfrm>
            <a:off x="2014727" y="4466844"/>
            <a:ext cx="1947672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LiPo</a:t>
            </a:r>
            <a:r>
              <a:rPr lang="de-DE" b="1" dirty="0">
                <a:solidFill>
                  <a:schemeClr val="tx1"/>
                </a:solidFill>
              </a:rPr>
              <a:t>-Checker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BCC3EC3-F82D-FF80-F3BC-453D17E14FF0}"/>
              </a:ext>
            </a:extLst>
          </p:cNvPr>
          <p:cNvSpPr/>
          <p:nvPr/>
        </p:nvSpPr>
        <p:spPr>
          <a:xfrm>
            <a:off x="9490964" y="4178808"/>
            <a:ext cx="2639064" cy="57607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Lidar (</a:t>
            </a:r>
            <a:r>
              <a:rPr lang="de-DE" b="1" dirty="0" err="1">
                <a:solidFill>
                  <a:schemeClr val="tx1"/>
                </a:solidFill>
              </a:rPr>
              <a:t>RPLidar</a:t>
            </a:r>
            <a:r>
              <a:rPr lang="de-DE" b="1" dirty="0">
                <a:solidFill>
                  <a:schemeClr val="tx1"/>
                </a:solidFill>
              </a:rPr>
              <a:t> A3M1)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94DBD54C-552E-3E9B-8DBB-2053672D428B}"/>
              </a:ext>
            </a:extLst>
          </p:cNvPr>
          <p:cNvSpPr/>
          <p:nvPr/>
        </p:nvSpPr>
        <p:spPr>
          <a:xfrm>
            <a:off x="8356475" y="504445"/>
            <a:ext cx="1947672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Motorcontroller (VESC 6)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8FCD7552-DA89-A947-609E-2BBC3BF6C436}"/>
              </a:ext>
            </a:extLst>
          </p:cNvPr>
          <p:cNvSpPr/>
          <p:nvPr/>
        </p:nvSpPr>
        <p:spPr>
          <a:xfrm>
            <a:off x="3299459" y="504445"/>
            <a:ext cx="2206754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DCDC-Wandler</a:t>
            </a:r>
          </a:p>
          <a:p>
            <a:pPr algn="ctr"/>
            <a:r>
              <a:rPr lang="de-DE" b="1" dirty="0">
                <a:solidFill>
                  <a:schemeClr val="tx1"/>
                </a:solidFill>
              </a:rPr>
              <a:t>(24V-12V, 24V-5V)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F17D55CC-F286-B321-3734-C018E3377255}"/>
              </a:ext>
            </a:extLst>
          </p:cNvPr>
          <p:cNvSpPr/>
          <p:nvPr/>
        </p:nvSpPr>
        <p:spPr>
          <a:xfrm>
            <a:off x="5728961" y="512066"/>
            <a:ext cx="2404371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Spannungsverteiler (12V, 5V)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4D6BBF89-D3D3-2AFA-F028-55C3BAF0B672}"/>
              </a:ext>
            </a:extLst>
          </p:cNvPr>
          <p:cNvSpPr/>
          <p:nvPr/>
        </p:nvSpPr>
        <p:spPr>
          <a:xfrm>
            <a:off x="7045700" y="5382768"/>
            <a:ext cx="2175263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Lenkmotor</a:t>
            </a:r>
          </a:p>
          <a:p>
            <a:pPr algn="ctr"/>
            <a:r>
              <a:rPr lang="de-DE" b="1" dirty="0">
                <a:solidFill>
                  <a:schemeClr val="tx1"/>
                </a:solidFill>
              </a:rPr>
              <a:t>(Standard </a:t>
            </a:r>
            <a:r>
              <a:rPr lang="de-DE" b="1" dirty="0" err="1">
                <a:solidFill>
                  <a:schemeClr val="tx1"/>
                </a:solidFill>
              </a:rPr>
              <a:t>Servo</a:t>
            </a:r>
            <a:r>
              <a:rPr lang="de-DE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324C304-1DE7-EB3E-6E94-9D9EDA630650}"/>
              </a:ext>
            </a:extLst>
          </p:cNvPr>
          <p:cNvSpPr/>
          <p:nvPr/>
        </p:nvSpPr>
        <p:spPr>
          <a:xfrm>
            <a:off x="4015741" y="5382768"/>
            <a:ext cx="2715768" cy="83515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Computer</a:t>
            </a:r>
          </a:p>
          <a:p>
            <a:pPr algn="ctr"/>
            <a:r>
              <a:rPr lang="de-DE" b="1" dirty="0">
                <a:solidFill>
                  <a:schemeClr val="tx1"/>
                </a:solidFill>
              </a:rPr>
              <a:t>(</a:t>
            </a:r>
            <a:r>
              <a:rPr lang="de-DE" b="1" dirty="0" err="1">
                <a:solidFill>
                  <a:schemeClr val="tx1"/>
                </a:solidFill>
              </a:rPr>
              <a:t>Jetson</a:t>
            </a:r>
            <a:r>
              <a:rPr lang="de-DE" b="1" dirty="0">
                <a:solidFill>
                  <a:schemeClr val="tx1"/>
                </a:solidFill>
              </a:rPr>
              <a:t> </a:t>
            </a:r>
            <a:r>
              <a:rPr lang="de-DE" b="1" dirty="0" err="1">
                <a:solidFill>
                  <a:schemeClr val="tx1"/>
                </a:solidFill>
              </a:rPr>
              <a:t>Orin</a:t>
            </a:r>
            <a:r>
              <a:rPr lang="de-DE" b="1" dirty="0">
                <a:solidFill>
                  <a:schemeClr val="tx1"/>
                </a:solidFill>
              </a:rPr>
              <a:t> NX, </a:t>
            </a:r>
          </a:p>
          <a:p>
            <a:pPr algn="ctr"/>
            <a:r>
              <a:rPr lang="de-DE" b="1" dirty="0">
                <a:solidFill>
                  <a:schemeClr val="tx1"/>
                </a:solidFill>
              </a:rPr>
              <a:t>8x 2 GHz, 16 GB DDR5)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353397C2-BCB2-9E49-9034-DD774B3C4370}"/>
              </a:ext>
            </a:extLst>
          </p:cNvPr>
          <p:cNvSpPr/>
          <p:nvPr/>
        </p:nvSpPr>
        <p:spPr>
          <a:xfrm>
            <a:off x="9118218" y="1406651"/>
            <a:ext cx="2693164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solidFill>
                  <a:schemeClr val="tx1"/>
                </a:solidFill>
              </a:rPr>
              <a:t>Motor</a:t>
            </a:r>
          </a:p>
          <a:p>
            <a:pPr algn="ctr"/>
            <a:r>
              <a:rPr lang="de-DE" b="1" dirty="0">
                <a:solidFill>
                  <a:schemeClr val="tx1"/>
                </a:solidFill>
              </a:rPr>
              <a:t>(BLDC 2000kV 3800W)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8DD08CDA-3E34-4604-3A4A-4C108470586F}"/>
              </a:ext>
            </a:extLst>
          </p:cNvPr>
          <p:cNvSpPr/>
          <p:nvPr/>
        </p:nvSpPr>
        <p:spPr>
          <a:xfrm>
            <a:off x="1755645" y="1406651"/>
            <a:ext cx="2206754" cy="6918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 err="1">
                <a:solidFill>
                  <a:schemeClr val="tx1"/>
                </a:solidFill>
              </a:rPr>
              <a:t>LiPo</a:t>
            </a:r>
            <a:endParaRPr lang="de-DE" b="1" dirty="0">
              <a:solidFill>
                <a:schemeClr val="tx1"/>
              </a:solidFill>
            </a:endParaRPr>
          </a:p>
          <a:p>
            <a:pPr algn="ctr"/>
            <a:r>
              <a:rPr lang="de-DE" b="1" dirty="0">
                <a:solidFill>
                  <a:schemeClr val="tx1"/>
                </a:solidFill>
              </a:rPr>
              <a:t>(6S 4300mAH)</a:t>
            </a:r>
          </a:p>
        </p:txBody>
      </p:sp>
    </p:spTree>
    <p:extLst>
      <p:ext uri="{BB962C8B-B14F-4D97-AF65-F5344CB8AC3E}">
        <p14:creationId xmlns:p14="http://schemas.microsoft.com/office/powerpoint/2010/main" val="816099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Breitbild</PresentationFormat>
  <Paragraphs>15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Laurin Ludwig</dc:creator>
  <cp:lastModifiedBy>Laurin Ludwig</cp:lastModifiedBy>
  <cp:revision>2</cp:revision>
  <dcterms:created xsi:type="dcterms:W3CDTF">2025-11-17T15:13:19Z</dcterms:created>
  <dcterms:modified xsi:type="dcterms:W3CDTF">2025-11-17T18:20:40Z</dcterms:modified>
</cp:coreProperties>
</file>